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6332e0c9b495d" /><Relationship Type="http://schemas.openxmlformats.org/officeDocument/2006/relationships/extended-properties" Target="/docProps/app.xml" Id="R4c521328ab7d4b54" /><Relationship Type="http://schemas.openxmlformats.org/officeDocument/2006/relationships/officeDocument" Target="/ppt/presentation.xml" Id="R31d8f9d5b389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f0a8b0f814193"/>
  </p:sldMasterIdLst>
  <p:notesMasterIdLst>
    <p:notesMasterId xmlns:r="http://schemas.openxmlformats.org/officeDocument/2006/relationships" r:id="R674dac5f924e4c2f"/>
  </p:notesMasterIdLst>
  <p:sldIdLst>
    <p:sldId xmlns:r="http://schemas.openxmlformats.org/officeDocument/2006/relationships" id="256" r:id="R7f066cd343e94604"/>
    <p:sldId xmlns:r="http://schemas.openxmlformats.org/officeDocument/2006/relationships" id="257" r:id="Reeb4b3759bab4f88"/>
    <p:sldId xmlns:r="http://schemas.openxmlformats.org/officeDocument/2006/relationships" id="258" r:id="Re0f2c7f28dd84c77"/>
    <p:sldId xmlns:r="http://schemas.openxmlformats.org/officeDocument/2006/relationships" id="259" r:id="Rae07573f8bcb4918"/>
    <p:sldId xmlns:r="http://schemas.openxmlformats.org/officeDocument/2006/relationships" id="260" r:id="Rffa6662ad26d4323"/>
    <p:sldId xmlns:r="http://schemas.openxmlformats.org/officeDocument/2006/relationships" id="261" r:id="R64d696e1b82a43c9"/>
  </p:sldIdLst>
  <p:sldSz cx="12192000" cy="6858000"/>
  <p:notesSz cx="6858000" cy="9144000"/>
  <p:defaultTextStyle>
    <a:lvl1pPr xmlns:a="http://schemas.openxmlformats.org/drawingml/2006/main" marL="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5be76fecf8411f" /><Relationship Type="http://schemas.openxmlformats.org/officeDocument/2006/relationships/slideMaster" Target="/ppt/slideMasters/slideMaster1.xml" Id="R30af0a8b0f814193" /><Relationship Type="http://schemas.openxmlformats.org/officeDocument/2006/relationships/notesMaster" Target="/ppt/notesMasters/notesMaster1.xml" Id="R674dac5f924e4c2f" /><Relationship Type="http://schemas.openxmlformats.org/officeDocument/2006/relationships/presProps" Target="/ppt/presProps.xml" Id="R3d32feaf0d88482e" /><Relationship Type="http://schemas.openxmlformats.org/officeDocument/2006/relationships/viewProps" Target="/ppt/viewProps.xml" Id="R39e4172d59884a3d" /><Relationship Type="http://schemas.openxmlformats.org/officeDocument/2006/relationships/tableStyles" Target="/ppt/tableStyles.xml" Id="Red8761404c9d4df8" /><Relationship Type="http://schemas.openxmlformats.org/officeDocument/2006/relationships/slide" Target="/ppt/slides/slide1.xml" Id="R7f066cd343e94604" /><Relationship Type="http://schemas.openxmlformats.org/officeDocument/2006/relationships/slide" Target="/ppt/slides/slide2.xml" Id="Reeb4b3759bab4f88" /><Relationship Type="http://schemas.openxmlformats.org/officeDocument/2006/relationships/slide" Target="/ppt/slides/slide3.xml" Id="Re0f2c7f28dd84c77" /><Relationship Type="http://schemas.openxmlformats.org/officeDocument/2006/relationships/slide" Target="/ppt/slides/slide4.xml" Id="Rae07573f8bcb4918" /><Relationship Type="http://schemas.openxmlformats.org/officeDocument/2006/relationships/slide" Target="/ppt/slides/slide5.xml" Id="Rffa6662ad26d4323" /><Relationship Type="http://schemas.openxmlformats.org/officeDocument/2006/relationships/slide" Target="/ppt/slides/slide6.xml" Id="R64d696e1b82a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c10cfede0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d01fd76594640" /><Relationship Type="http://schemas.openxmlformats.org/officeDocument/2006/relationships/notesMaster" Target="/ppt/notesMasters/notesMaster1.xml" Id="R9fde79ecd1ea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3b338f700424b" /><Relationship Type="http://schemas.openxmlformats.org/officeDocument/2006/relationships/notesMaster" Target="/ppt/notesMasters/notesMaster1.xml" Id="Rd94f4d45399e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665ec6ddf24cdf" /><Relationship Type="http://schemas.openxmlformats.org/officeDocument/2006/relationships/notesMaster" Target="/ppt/notesMasters/notesMaster1.xml" Id="R48d2d5fe9f27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1873de3db14e0d" /><Relationship Type="http://schemas.openxmlformats.org/officeDocument/2006/relationships/notesMaster" Target="/ppt/notesMasters/notesMaster1.xml" Id="Rfd0862107e5e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55c9194e0144e6" /><Relationship Type="http://schemas.openxmlformats.org/officeDocument/2006/relationships/notesMaster" Target="/ppt/notesMasters/notesMaster1.xml" Id="R83c77329f74a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8db71bb654767" /><Relationship Type="http://schemas.openxmlformats.org/officeDocument/2006/relationships/notesMaster" Target="/ppt/notesMasters/notesMaster1.xml" Id="R1d1af8aa265b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80c93b1da4f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75fac11b346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8f34e73e84c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8aca500284c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b600073ec4a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c6bc3990c43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0dfb2d25442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01448ffbc41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2142c6b584a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157ecc48349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add2766824225" /></Relationships>
</file>

<file path=ppt/slideLayouts/slideLayout1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17230-0BA7-4A7B-9808-4F23152DB2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0B1C2B-1699-42EB-825C-FE3670E04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74ADA3-4D43-403A-95C8-21C00C88F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F99851-E783-4379-ACFA-3ECC8B294E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6E8A14-5803-47FC-8BE3-5D11DE4D9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DC587FC-379F-4AD1-8E9F-C3F80D53B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82B2CFD-2276-4041-A89F-28AE8C8FE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CEB4D0-FB33-409C-8113-E639EBBE9C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75693F-77AF-4270-AC91-6D1BD2578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0F261-FEE1-46DE-A36E-C221D51D9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标题 1">
            <a:extLst xmlns:a="http://schemas.openxmlformats.org/drawingml/2006/main">
              <a:ext uri="{FF2B5EF4-FFF2-40B4-BE49-F238E27FC236}">
                <a16:creationId xmlns:a16="http://schemas.microsoft.com/office/drawing/2014/main" id="{E37CF83A-5A35-4745-9D62-4DD8579F8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B16BBE-A0AE-4A6F-80B9-56C9403D8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2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1DF1F2-8120-48D8-A90B-3245E6BD4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332220F-4EDE-4542-A6D4-119580CD14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87ADEE-FFD8-49B1-A345-B2D04C6E0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D52254DA-7F45-4738-9CEC-A3B48890F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EEC63C-3102-459F-9BF4-0383200782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8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DBCF219-EE7B-4009-A9DC-3C499D70E9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B9A7496-4DA9-4AD1-85C3-E52F137C57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79E29A-0BBD-4C57-85E5-39D633258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16D0C2-D2EE-4D06-A285-1071D27C5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标题 1">
            <a:extLst xmlns:a="http://schemas.openxmlformats.org/drawingml/2006/main">
              <a:ext uri="{FF2B5EF4-FFF2-40B4-BE49-F238E27FC236}">
                <a16:creationId xmlns:a16="http://schemas.microsoft.com/office/drawing/2014/main" id="{510D62BF-C106-49F1-9B3B-E5544543A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4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5EF52C-141C-4853-AF3F-8297835C1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5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5F572A-EBFF-40CA-8330-13CF1FB1F5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6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C886FB4-F5D8-4373-83C9-432FBEF2FA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7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DB5C236-4A49-4F91-960B-B64878629D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8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4654401-F24F-4FF0-BB61-C7E9C3BB4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B3A2431-A198-46D3-B8CC-4880589B6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8F73D4F-C3A3-4672-A6C5-4C0E941EC3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EC306-A54C-4743-A9E4-BF7DF341F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3320F37-E981-4C1C-B1C3-6C0885752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8A18DAD-6FB1-4E52-808E-3F366B9B3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98C2191-337B-4713-BD14-774F529E14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DA058BE-4DF4-4C4A-9ED2-01EB596FDF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C91D11B-EE90-4726-B3AD-ECA48CCEF3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AF3BAD-3B29-4A41-8D94-72B5F1221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标题 1">
            <a:extLst xmlns:a="http://schemas.openxmlformats.org/drawingml/2006/main">
              <a:ext uri="{FF2B5EF4-FFF2-40B4-BE49-F238E27FC236}">
                <a16:creationId xmlns:a16="http://schemas.microsoft.com/office/drawing/2014/main" id="{BE91588E-3E22-4C20-A9C4-E398F58D9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B9D8D2-A45E-4AB0-B6B8-61C3795A07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3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EB0AD1-5E5B-4EA6-8255-BF02CA0BF3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95E8D9-CFBC-4F53-96B0-1F56D77C1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F21F98-0A8F-438B-9394-411C7930F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AD6BF0-027C-4E53-BBBC-E4F45EA30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标题 1">
            <a:extLst xmlns:a="http://schemas.openxmlformats.org/drawingml/2006/main">
              <a:ext uri="{FF2B5EF4-FFF2-40B4-BE49-F238E27FC236}">
                <a16:creationId xmlns:a16="http://schemas.microsoft.com/office/drawing/2014/main" id="{11D3A4BA-C77B-4CDD-99D1-A779B12B7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9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BAC954A-BC68-4BA1-9708-DAB16198DB2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0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80CFE2-C6C3-4220-9462-0233F7959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1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E9505-22D1-4A82-98B1-DC40A3D7C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67EED48-3ADE-491A-AD1C-FA55335758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1ADA8D-5677-4558-A8F1-025705AF1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12AC4188-C3B9-42E8-BA3E-028ED5125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6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DBC7E2-142E-4F21-877B-6679F44A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B3530-9CFD-4608-84BE-43134AFAD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EDC66B-3EF1-4902-A16B-CA828B606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A21C92-29B4-498F-BED4-2496E13166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4ECFC78-530F-42CF-88B8-D9E38653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5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AF5A528-A18D-4081-BF18-FCA09BF94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6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CAF1E-5AAE-414A-A410-509D0CBA4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34ECDA-A8DD-4F1A-AB9B-EE70D5B13E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D23E9F-7AFD-4062-98B5-63C829ED4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a1f3829a6c24d41" /><Relationship Type="http://schemas.openxmlformats.org/officeDocument/2006/relationships/theme" Target="/ppt/slideMasters/theme/theme2.xml" Id="Rd2f285aa4a1648d7" /><Relationship Type="http://schemas.openxmlformats.org/officeDocument/2006/relationships/slideLayout" Target="/ppt/slideLayouts/slideLayout1.xml" Id="R78f7ffba8e4c4178" /><Relationship Type="http://schemas.openxmlformats.org/officeDocument/2006/relationships/slideLayout" Target="/ppt/slideLayouts/slideLayout2.xml" Id="R0de862ced08049b2" /><Relationship Type="http://schemas.openxmlformats.org/officeDocument/2006/relationships/slideLayout" Target="/ppt/slideLayouts/slideLayout3.xml" Id="R14fb6675b4434791" /><Relationship Type="http://schemas.openxmlformats.org/officeDocument/2006/relationships/slideLayout" Target="/ppt/slideLayouts/slideLayout4.xml" Id="Ra4055a9e3a404226" /><Relationship Type="http://schemas.openxmlformats.org/officeDocument/2006/relationships/slideLayout" Target="/ppt/slideLayouts/slideLayout5.xml" Id="R2113209f79ba4706" /><Relationship Type="http://schemas.openxmlformats.org/officeDocument/2006/relationships/slideLayout" Target="/ppt/slideLayouts/slideLayout6.xml" Id="Rc9123d47582545b3" /><Relationship Type="http://schemas.openxmlformats.org/officeDocument/2006/relationships/slideLayout" Target="/ppt/slideLayouts/slideLayout7.xml" Id="R589144fed0c54d99" /><Relationship Type="http://schemas.openxmlformats.org/officeDocument/2006/relationships/slideLayout" Target="/ppt/slideLayouts/slideLayout8.xml" Id="Rebde9a481dd14a52" /><Relationship Type="http://schemas.openxmlformats.org/officeDocument/2006/relationships/slideLayout" Target="/ppt/slideLayouts/slideLayout9.xml" Id="R446d441136bd484f" /><Relationship Type="http://schemas.openxmlformats.org/officeDocument/2006/relationships/slideLayout" Target="/ppt/slideLayouts/slideLayout10.xml" Id="Rb6e8f1391ab64e1a" /><Relationship Type="http://schemas.openxmlformats.org/officeDocument/2006/relationships/slideLayout" Target="/ppt/slideLayouts/slideLayout11.xml" Id="Rde4cc065c3aa4dc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3367C53-C1EC-463D-BF31-19F1AF1B6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209AB-8A29-4617-BFD6-D27297E5A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DBA2F7-CDDC-4D73-8726-AD8DE1B1AF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396629-4EF5-4A3E-9017-24058368AD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65F013-8FEC-467D-B8C9-3D20AD7E77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f3829a6c24d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015" y="50800"/>
            <a:ext cx="1704283" cy="3270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7ffba8e4c4178"/>
    <p:sldLayoutId xmlns:r="http://schemas.openxmlformats.org/officeDocument/2006/relationships" id="2147483650" r:id="R0de862ced08049b2"/>
    <p:sldLayoutId xmlns:r="http://schemas.openxmlformats.org/officeDocument/2006/relationships" id="2147483651" r:id="R14fb6675b4434791"/>
    <p:sldLayoutId xmlns:r="http://schemas.openxmlformats.org/officeDocument/2006/relationships" id="2147483652" r:id="Ra4055a9e3a404226"/>
    <p:sldLayoutId xmlns:r="http://schemas.openxmlformats.org/officeDocument/2006/relationships" id="2147483653" r:id="R2113209f79ba4706"/>
    <p:sldLayoutId xmlns:r="http://schemas.openxmlformats.org/officeDocument/2006/relationships" id="2147483654" r:id="Rc9123d47582545b3"/>
    <p:sldLayoutId xmlns:r="http://schemas.openxmlformats.org/officeDocument/2006/relationships" id="2147483655" r:id="R589144fed0c54d99"/>
    <p:sldLayoutId xmlns:r="http://schemas.openxmlformats.org/officeDocument/2006/relationships" id="2147483656" r:id="Rebde9a481dd14a52"/>
    <p:sldLayoutId xmlns:r="http://schemas.openxmlformats.org/officeDocument/2006/relationships" id="2147483657" r:id="R446d441136bd484f"/>
    <p:sldLayoutId xmlns:r="http://schemas.openxmlformats.org/officeDocument/2006/relationships" id="2147483658" r:id="Rb6e8f1391ab64e1a"/>
    <p:sldLayoutId xmlns:r="http://schemas.openxmlformats.org/officeDocument/2006/relationships" id="2147483659" r:id="Rde4cc065c3aa4dcc"/>
  </p:sldLayoutIdLst>
  <p:txStyles>
    <p:titleStyle>
      <a:lvl1pPr xmlns:a="http://schemas.openxmlformats.org/drawingml/2006/main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c4870c6a24c5a" /><Relationship Type="http://schemas.openxmlformats.org/officeDocument/2006/relationships/notesSlide" Target="/ppt/notesSlides/notesSlide1.xml" Id="Rf3d95a33a6ae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661eafc244a3d" /><Relationship Type="http://schemas.openxmlformats.org/officeDocument/2006/relationships/notesSlide" Target="/ppt/notesSlides/notesSlide2.xml" Id="Rf7baebfbebbb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8d2d8ec0b48ed" /><Relationship Type="http://schemas.openxmlformats.org/officeDocument/2006/relationships/notesSlide" Target="/ppt/notesSlides/notesSlide3.xml" Id="Ra66393060cf84b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4784a34ef4cad" /><Relationship Type="http://schemas.openxmlformats.org/officeDocument/2006/relationships/notesSlide" Target="/ppt/notesSlides/notesSlide4.xml" Id="Refc058edc9c3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5ad8c62374334" /><Relationship Type="http://schemas.openxmlformats.org/officeDocument/2006/relationships/notesSlide" Target="/ppt/notesSlides/notesSlide5.xml" Id="R1f3cb85de3684e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0bd04c48cd4b35" /><Relationship Type="http://schemas.openxmlformats.org/officeDocument/2006/relationships/notesSlide" Target="/ppt/notesSlides/notesSlide6.xml" Id="R2f3ce45c7d924d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FBC16-3F5A-4684-AE40-2896B3E0D3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  <a:p xmlns:a="http://schemas.openxmlformats.org/drawingml/2006/main">
            <a:pPr>
              <a:buNone/>
            </a:pPr>
            <a:r>
              <a:rPr sz="4000"/>
              <a:t>2026年8-9月</a:t>
            </a:r>
            <a:endParaRPr sz="4000"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24579E-4299-4E0B-A8BD-9276DD567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8453" y="5441294"/>
            <a:ext cx="9144000" cy="6149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Arial"/>
              <a:buNone/>
            </a:pPr>
            <a:r>
              <a:t>养娃乐教育科技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302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2D8115A-B0C9-4DB1-982F-42C521E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部门工作职责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7B4ED9-E71E-404E-928B-28FD49D807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39020"/>
            <a:ext cx="10515600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AI玩偶硬件端侧与协同软件端小程序开发、迭代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版本Roadmap规划与产品调研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机器人及智能硬件竞品调研</a:t>
            </a:r>
            <a:endParaRPr/>
          </a:p>
          <a:p xmlns:a="http://schemas.openxmlformats.org/drawingml/2006/main">
            <a:pPr algn="l">
              <a:buFont typeface="Arial"/>
              <a:buChar char="•"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端侧体验优化、功能上线、版本发布与跨团队项目推进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722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055915BC-BE81-4BEB-AB03-03D22DEC4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 三季度工作总结 - 核心成果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6689F9-D818-4F35-A956-D1F018A0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贝瓦音频资源接入：上万首曲库资源上线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AI联网搜索：支持时政新闻、百科、天气等查询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冷启动提速50%：WiFi开机对话约15秒（由30秒降至15秒）；深睡唤醒联网约9秒（由13秒降至9秒）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4G开机对话约25秒（由30秒降至25秒）；深睡唤醒联网约15秒（由20秒降至15秒）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弱网提示与重连机制、程序看门狗兜底上线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主动对话：开机沉默至浅睡眠前5分钟窗口自动攀谈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固件4.8.6、4.8.8、4.9.1、4.9.6完成测试、验收、灰度与全量发布</a:t>
            </a:r>
            <a:endParaRPr sz="2000">
              <a:solidFill>
                <a:srgbClr val="A5A5A5">
                  <a:alpha val="100000"/>
                </a:srgbClr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0501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71D8F226-533B-4B86-ADE4-CFB59B2FF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2. 三季度工作总结 - 技术突破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261E2A1-654F-428B-B850-3485C76367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对话速度优化专项：聚焦听不清、响应慢两类问题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固件端：优化收音阈值，调整唤醒词逻辑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服务端：上下文召回由20轮降至5轮，人格提示词优化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提示词重构：由4000余字符压缩至600余字符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增加意图路由前置判断，优化资源预加载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稳定性兜底：弱网重连、程序看门狗、深度睡眠唤醒优化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621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5F7C1BAC-11B9-45CA-96E5-49933279E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 四季度工作目标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7815AC9-3A72-47F4-804C-FCCF52BEAD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10月重启福瑞达V5机芯内测，完成联调验证与问题闭环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推进声纹识别玩偶及小程序功能开发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跟进硬件产品矩阵Roadmap落地，覆盖机芯、玩偶版本与其他设备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推进NFC故事阅读项目从打样到测试与上线准备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持续优化直播项目，沉淀提示词、人设与示例对话方案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838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持续推进固件版本质量、灰度与全量发布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592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4. 四季度工作思路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10月：重启V5内测，围绕核心体验完成联调与问题闭环；推进声纹识别开发排期，同步支持直播项目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11月：推进NFC故事阅读测试，完善硬件产品矩阵与竞品调研结论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12月：沉淀版本Roadmap，完成年度重点功能复盘与下一阶段规划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主要挑战：硬件、固件、服务端与小程序多端协同，线上问题需要快速定位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763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3">
                <a:solidFill>
                  <a:srgbClr val="000000"/>
                </a:solidFill>
                <a:latin typeface="Arial"/>
                <a:ea typeface="Arial"/>
                <a:cs typeface="Arial"/>
              </a:rPr>
              <a:t>应对方式：以版本节奏为主线，建立问题清单、每日跟踪、灰度验证与复盘闭环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2026-09-30T03:31:40.1110000Z</dcterms:created>
  <dcterms:modified xsi:type="dcterms:W3CDTF">2026-09-30T03:31:40.1110000Z</dcterms:modified>
</coreProperties>
</file>