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b74a22df994356" /><Relationship Type="http://schemas.openxmlformats.org/officeDocument/2006/relationships/extended-properties" Target="/docProps/app.xml" Id="Rb0e46f2259464c20" /><Relationship Type="http://schemas.openxmlformats.org/officeDocument/2006/relationships/officeDocument" Target="/ppt/presentation.xml" Id="R05325935b42343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8f5389e6e74a14"/>
  </p:sldMasterIdLst>
  <p:notesMasterIdLst>
    <p:notesMasterId xmlns:r="http://schemas.openxmlformats.org/officeDocument/2006/relationships" r:id="Rfed707e7a91b45dc"/>
  </p:notesMasterIdLst>
  <p:sldIdLst>
    <p:sldId xmlns:r="http://schemas.openxmlformats.org/officeDocument/2006/relationships" id="256" r:id="R9dee478e7f2b4a72"/>
    <p:sldId xmlns:r="http://schemas.openxmlformats.org/officeDocument/2006/relationships" id="257" r:id="R7528227fbf514a8a"/>
    <p:sldId xmlns:r="http://schemas.openxmlformats.org/officeDocument/2006/relationships" id="258" r:id="R6dab6a189ec74499"/>
    <p:sldId xmlns:r="http://schemas.openxmlformats.org/officeDocument/2006/relationships" id="259" r:id="Rd603077355d74274"/>
    <p:sldId xmlns:r="http://schemas.openxmlformats.org/officeDocument/2006/relationships" id="260" r:id="R1c5bda3cbf1e4e4d"/>
    <p:sldId xmlns:r="http://schemas.openxmlformats.org/officeDocument/2006/relationships" id="261" r:id="Re2b35b0edaa14a8f"/>
  </p:sldIdLst>
  <p:sldSz cx="12192000" cy="6858000"/>
  <p:notesSz cx="6858000" cy="9144000"/>
  <p:defaultTextStyle>
    <a:lvl1pPr xmlns:a="http://schemas.openxmlformats.org/drawingml/2006/main" marL="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1pPr>
    <a:lvl2pPr xmlns:a="http://schemas.openxmlformats.org/drawingml/2006/main" marL="4572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2pPr>
    <a:lvl3pPr xmlns:a="http://schemas.openxmlformats.org/drawingml/2006/main" marL="9144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3pPr>
    <a:lvl4pPr xmlns:a="http://schemas.openxmlformats.org/drawingml/2006/main" marL="13716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4pPr>
    <a:lvl5pPr xmlns:a="http://schemas.openxmlformats.org/drawingml/2006/main" marL="18288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5pPr>
    <a:lvl6pPr xmlns:a="http://schemas.openxmlformats.org/drawingml/2006/main" marL="22860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6pPr>
    <a:lvl7pPr xmlns:a="http://schemas.openxmlformats.org/drawingml/2006/main" marL="27432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7pPr>
    <a:lvl8pPr xmlns:a="http://schemas.openxmlformats.org/drawingml/2006/main" marL="32004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8pPr>
    <a:lvl9pPr xmlns:a="http://schemas.openxmlformats.org/drawingml/2006/main" marL="36576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a65d1c14374ede" /><Relationship Type="http://schemas.openxmlformats.org/officeDocument/2006/relationships/slideMaster" Target="/ppt/slideMasters/slideMaster1.xml" Id="Rbc8f5389e6e74a14" /><Relationship Type="http://schemas.openxmlformats.org/officeDocument/2006/relationships/notesMaster" Target="/ppt/notesMasters/notesMaster1.xml" Id="Rfed707e7a91b45dc" /><Relationship Type="http://schemas.openxmlformats.org/officeDocument/2006/relationships/presProps" Target="/ppt/presProps.xml" Id="Rb31011b4cbe2413d" /><Relationship Type="http://schemas.openxmlformats.org/officeDocument/2006/relationships/viewProps" Target="/ppt/viewProps.xml" Id="R59eaad25902b4453" /><Relationship Type="http://schemas.openxmlformats.org/officeDocument/2006/relationships/tableStyles" Target="/ppt/tableStyles.xml" Id="R569ffe80128e4a6d" /><Relationship Type="http://schemas.openxmlformats.org/officeDocument/2006/relationships/slide" Target="/ppt/slides/slide1.xml" Id="R9dee478e7f2b4a72" /><Relationship Type="http://schemas.openxmlformats.org/officeDocument/2006/relationships/slide" Target="/ppt/slides/slide2.xml" Id="R7528227fbf514a8a" /><Relationship Type="http://schemas.openxmlformats.org/officeDocument/2006/relationships/slide" Target="/ppt/slides/slide3.xml" Id="R6dab6a189ec74499" /><Relationship Type="http://schemas.openxmlformats.org/officeDocument/2006/relationships/slide" Target="/ppt/slides/slide4.xml" Id="Rd603077355d74274" /><Relationship Type="http://schemas.openxmlformats.org/officeDocument/2006/relationships/slide" Target="/ppt/slides/slide5.xml" Id="R1c5bda3cbf1e4e4d" /><Relationship Type="http://schemas.openxmlformats.org/officeDocument/2006/relationships/slide" Target="/ppt/slides/slide6.xml" Id="Re2b35b0edaa14a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5da7ebf2224b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企业微信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Tencen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e3907aad764658" /><Relationship Type="http://schemas.openxmlformats.org/officeDocument/2006/relationships/notesMaster" Target="/ppt/notesMasters/notesMaster1.xml" Id="Rceaa83b6636b49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5b4032c73d4786" /><Relationship Type="http://schemas.openxmlformats.org/officeDocument/2006/relationships/notesMaster" Target="/ppt/notesMasters/notesMaster1.xml" Id="R2abdb23e481841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29a21b3a2e44e0" /><Relationship Type="http://schemas.openxmlformats.org/officeDocument/2006/relationships/notesMaster" Target="/ppt/notesMasters/notesMaster1.xml" Id="Rb11438e59faa49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4d4e7ac8634759" /><Relationship Type="http://schemas.openxmlformats.org/officeDocument/2006/relationships/notesMaster" Target="/ppt/notesMasters/notesMaster1.xml" Id="R7eb47386f10d4a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1a1aac7c404ddc" /><Relationship Type="http://schemas.openxmlformats.org/officeDocument/2006/relationships/notesMaster" Target="/ppt/notesMasters/notesMaster1.xml" Id="R82441b71dc1c48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bfaf6df4e840c1" /><Relationship Type="http://schemas.openxmlformats.org/officeDocument/2006/relationships/notesMaster" Target="/ppt/notesMasters/notesMaster1.xml" Id="R02c65f94162f45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30d594713d4f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c6b701c4444d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d036a576c942e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0672d5bed7462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aeb963da4748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fe46755c034ee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8ad6ccdaeb444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e34d5f23574c0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41d6ab6fcc4db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6caf3a22084b6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05cd2745254252" /></Relationships>
</file>

<file path=ppt/slideLayouts/slideLayout1.xml><?xml version="1.0" encoding="utf-8"?>
<p:sldLayout xmlns:p="http://schemas.openxmlformats.org/presentationml/2006/main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22E19FC-75D2-4219-9092-ED3812F568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674FBA8-F91F-4BBA-AC2C-46ABA923453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78E5C73-F8C8-46E9-B49C-BDC7A6EDF0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7894825-C63B-425C-AD54-D922F1BF36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EA8BE93-C1A9-45B9-A10E-FBC7C09942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A5F97262-C13F-41FC-B60C-14E85C7D27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9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0CF54FA-0FC5-49D9-BAD0-AEBE9FDF178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10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7D12142-A009-423B-AA0A-A172F48B0D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6753141-F697-44C5-9A64-93A6022AF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9615A66-4746-446A-BFF7-C1400E8DB6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标题 1">
            <a:extLst xmlns:a="http://schemas.openxmlformats.org/drawingml/2006/main">
              <a:ext uri="{FF2B5EF4-FFF2-40B4-BE49-F238E27FC236}">
                <a16:creationId xmlns:a16="http://schemas.microsoft.com/office/drawing/2014/main" id="{141895D3-37F2-4433-B7EE-E060065B88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21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694F79D-5077-4CCA-BBA8-82013E2414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22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7F5A15E-3D32-4C78-8341-45C926B285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B4211FA-28E6-42A2-A11B-DC132B45FB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EA4C798-0A07-46EF-868F-E3218941F6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标题 1">
            <a:extLst xmlns:a="http://schemas.openxmlformats.org/drawingml/2006/main">
              <a:ext uri="{FF2B5EF4-FFF2-40B4-BE49-F238E27FC236}">
                <a16:creationId xmlns:a16="http://schemas.microsoft.com/office/drawing/2014/main" id="{0411F3BF-FE64-41F2-A4E3-3A8811BF37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27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567D33C-32C2-4CF1-92ED-44F7DB9A99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28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C67137F-25FD-4214-ADD9-174B643C691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29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0F2EB0C-1041-487E-9042-7A8B04320E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3052579-262F-4981-885F-31843D3CA6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5837AAC-366A-4679-8C4F-B080867401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标题 1">
            <a:extLst xmlns:a="http://schemas.openxmlformats.org/drawingml/2006/main">
              <a:ext uri="{FF2B5EF4-FFF2-40B4-BE49-F238E27FC236}">
                <a16:creationId xmlns:a16="http://schemas.microsoft.com/office/drawing/2014/main" id="{3FA90158-6B2A-4A48-957D-673BAB4273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4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FCAC6F8-9C97-4F28-9F27-2D5372DC09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35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D93F638-8A4D-4BFC-BC36-6B9DCB50AED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36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852265BE-0622-4701-9AE7-C573494B01B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37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92635F88-D967-4CE9-A13A-90FE22F6D51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38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2D76F46E-CD0D-4DEA-AE69-C1F3D81E78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5EAB9B9C-D49C-4BB6-B9BC-E259787FD5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C146EA37-9516-4526-AC97-96DB873799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标题 1">
            <a:extLst xmlns:a="http://schemas.openxmlformats.org/drawingml/2006/main">
              <a:ext uri="{FF2B5EF4-FFF2-40B4-BE49-F238E27FC236}">
                <a16:creationId xmlns:a16="http://schemas.microsoft.com/office/drawing/2014/main" id="{8059D966-EE2D-4E19-B8A0-673EF94AA4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4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F75632C-307F-43EC-8CA6-008A28C8F2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AC7C6F99-640C-4D69-A491-A9463F889A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7230718-0A4E-4E9C-926C-BF4A29E81E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B6E35355-0B4E-4EBD-A1C2-1904246081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515C5A6-6A15-45BE-A5B2-14DC6A3414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9AEE6E15-80D7-41E9-8F6E-6982A1A450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标题 1">
            <a:extLst xmlns:a="http://schemas.openxmlformats.org/drawingml/2006/main">
              <a:ext uri="{FF2B5EF4-FFF2-40B4-BE49-F238E27FC236}">
                <a16:creationId xmlns:a16="http://schemas.microsoft.com/office/drawing/2014/main" id="{BBD97F0B-8D05-4892-A512-2B9437DAF9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52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84209BC-ED50-49B1-A656-DC93728FBB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3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CA3B9F8-1307-4937-AFF4-4E7F1E4FE0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4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EE91CC3-7A88-4D20-8DDF-CE0D059C44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2B90787-32C0-47F2-93FA-5C75E0AA40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6E43A6B-0D61-42FB-A60A-1CF55FE32F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标题 1">
            <a:extLst xmlns:a="http://schemas.openxmlformats.org/drawingml/2006/main">
              <a:ext uri="{FF2B5EF4-FFF2-40B4-BE49-F238E27FC236}">
                <a16:creationId xmlns:a16="http://schemas.microsoft.com/office/drawing/2014/main" id="{71954814-90EE-430E-A0D9-893FD6771C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59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23F40396-C7D0-4A9C-B432-AFBEA007E7A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60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7F51FFA9-9CA7-4485-84AC-C8D8F41C189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1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806D1D2-33C3-4F66-9F60-92210E23DA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5C85979-87EF-4532-B544-BEA64D30BE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736B7D8-4088-47E3-91D3-B62D420776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标题 1">
            <a:extLst xmlns:a="http://schemas.openxmlformats.org/drawingml/2006/main">
              <a:ext uri="{FF2B5EF4-FFF2-40B4-BE49-F238E27FC236}">
                <a16:creationId xmlns:a16="http://schemas.microsoft.com/office/drawing/2014/main" id="{94054522-F68E-4958-8B42-C7DBF53264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66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65FE801-E788-4D40-8B18-29449DCB92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6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98BE2AE-707B-4472-B8C3-DC691BB3E0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3813C50-CFD1-483C-BDB6-C7B7692778B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105F176-7F3E-43FD-9E96-09B12DB2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98132F2A-9BE6-4F64-983E-F0C024689D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15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FC531F4-11C3-4652-B334-C050A29436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16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33EF548-C63D-44DD-BF1C-7EF9B2EF9E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FBC963-FC83-4DFB-9FB1-3E11EEA2C7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4F5E31F-3BD0-4920-9B65-B63EF1F2F8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babba62c23e84751" /><Relationship Type="http://schemas.openxmlformats.org/officeDocument/2006/relationships/theme" Target="/ppt/slideMasters/theme/theme2.xml" Id="R369de4c93dcb4ecb" /><Relationship Type="http://schemas.openxmlformats.org/officeDocument/2006/relationships/slideLayout" Target="/ppt/slideLayouts/slideLayout1.xml" Id="R24a2bb872f9e46ff" /><Relationship Type="http://schemas.openxmlformats.org/officeDocument/2006/relationships/slideLayout" Target="/ppt/slideLayouts/slideLayout2.xml" Id="Rd6d0cfe026e548ef" /><Relationship Type="http://schemas.openxmlformats.org/officeDocument/2006/relationships/slideLayout" Target="/ppt/slideLayouts/slideLayout3.xml" Id="R8da6c69bf10d471a" /><Relationship Type="http://schemas.openxmlformats.org/officeDocument/2006/relationships/slideLayout" Target="/ppt/slideLayouts/slideLayout4.xml" Id="R6defef9eaf3e45a1" /><Relationship Type="http://schemas.openxmlformats.org/officeDocument/2006/relationships/slideLayout" Target="/ppt/slideLayouts/slideLayout5.xml" Id="R20294e3bd0cc4cd8" /><Relationship Type="http://schemas.openxmlformats.org/officeDocument/2006/relationships/slideLayout" Target="/ppt/slideLayouts/slideLayout6.xml" Id="Rf941a55b4cb94be3" /><Relationship Type="http://schemas.openxmlformats.org/officeDocument/2006/relationships/slideLayout" Target="/ppt/slideLayouts/slideLayout7.xml" Id="Rbc9df1210ea2453e" /><Relationship Type="http://schemas.openxmlformats.org/officeDocument/2006/relationships/slideLayout" Target="/ppt/slideLayouts/slideLayout8.xml" Id="Rf18235dc50164f41" /><Relationship Type="http://schemas.openxmlformats.org/officeDocument/2006/relationships/slideLayout" Target="/ppt/slideLayouts/slideLayout9.xml" Id="R03c11a5d072344b4" /><Relationship Type="http://schemas.openxmlformats.org/officeDocument/2006/relationships/slideLayout" Target="/ppt/slideLayouts/slideLayout10.xml" Id="R0bb00928adae4f56" /><Relationship Type="http://schemas.openxmlformats.org/officeDocument/2006/relationships/slideLayout" Target="/ppt/slideLayouts/slideLayout11.xml" Id="Rd0a2fdaa7a7647a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1F36735-8E1A-4E90-96A9-BF2CB6395A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8B1F06-7222-4906-AA63-D7C31F4E32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7DE35CA-BAC1-476E-9C71-0713C7A1057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414D144-9256-43DB-9598-DFF01A81E03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ACC50A5-6E5E-43CE-A36B-6601DF70E7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pic>
        <p:nvPicPr>
          <p:cNvPr id="13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ba62c23e847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98015" y="50800"/>
            <a:ext cx="1704283" cy="327025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a2bb872f9e46ff"/>
    <p:sldLayoutId xmlns:r="http://schemas.openxmlformats.org/officeDocument/2006/relationships" id="2147483650" r:id="Rd6d0cfe026e548ef"/>
    <p:sldLayoutId xmlns:r="http://schemas.openxmlformats.org/officeDocument/2006/relationships" id="2147483651" r:id="R8da6c69bf10d471a"/>
    <p:sldLayoutId xmlns:r="http://schemas.openxmlformats.org/officeDocument/2006/relationships" id="2147483652" r:id="R6defef9eaf3e45a1"/>
    <p:sldLayoutId xmlns:r="http://schemas.openxmlformats.org/officeDocument/2006/relationships" id="2147483653" r:id="R20294e3bd0cc4cd8"/>
    <p:sldLayoutId xmlns:r="http://schemas.openxmlformats.org/officeDocument/2006/relationships" id="2147483654" r:id="Rf941a55b4cb94be3"/>
    <p:sldLayoutId xmlns:r="http://schemas.openxmlformats.org/officeDocument/2006/relationships" id="2147483655" r:id="Rbc9df1210ea2453e"/>
    <p:sldLayoutId xmlns:r="http://schemas.openxmlformats.org/officeDocument/2006/relationships" id="2147483656" r:id="Rf18235dc50164f41"/>
    <p:sldLayoutId xmlns:r="http://schemas.openxmlformats.org/officeDocument/2006/relationships" id="2147483657" r:id="R03c11a5d072344b4"/>
    <p:sldLayoutId xmlns:r="http://schemas.openxmlformats.org/officeDocument/2006/relationships" id="2147483658" r:id="R0bb00928adae4f56"/>
    <p:sldLayoutId xmlns:r="http://schemas.openxmlformats.org/officeDocument/2006/relationships" id="2147483659" r:id="Rd0a2fdaa7a7647ac"/>
  </p:sldLayoutIdLst>
  <p:txStyles>
    <p:titleStyle>
      <a:lvl1pPr xmlns:a="http://schemas.openxmlformats.org/drawingml/2006/main" algn="l" defTabSz="914400">
        <a:lnSpc>
          <a:spcPct val="130000"/>
        </a:lnSpc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企业微信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Tencen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2afb0b19a4ea4" /><Relationship Type="http://schemas.openxmlformats.org/officeDocument/2006/relationships/notesSlide" Target="/ppt/notesSlides/notesSlide1.xml" Id="Rb4b943ef3e334c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13db4e2626462b" /><Relationship Type="http://schemas.openxmlformats.org/officeDocument/2006/relationships/notesSlide" Target="/ppt/notesSlides/notesSlide2.xml" Id="Radcdb9fdb47142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f669c3ec504fac" /><Relationship Type="http://schemas.openxmlformats.org/officeDocument/2006/relationships/notesSlide" Target="/ppt/notesSlides/notesSlide3.xml" Id="R4535f528535b4e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bafb8d2eba45f6" /><Relationship Type="http://schemas.openxmlformats.org/officeDocument/2006/relationships/notesSlide" Target="/ppt/notesSlides/notesSlide4.xml" Id="R5ba45b4b394a41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d394d242224b04" /><Relationship Type="http://schemas.openxmlformats.org/officeDocument/2006/relationships/notesSlide" Target="/ppt/notesSlides/notesSlide5.xml" Id="R4eb54924fd934a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249c0f3eae4a3f" /><Relationship Type="http://schemas.openxmlformats.org/officeDocument/2006/relationships/notesSlide" Target="/ppt/notesSlides/notesSlide6.xml" Id="R369a82262557491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209A431-A0E2-438A-A9F6-3101DC02899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季度工作汇报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  <a:p xmlns:a="http://schemas.openxmlformats.org/drawingml/2006/main">
            <a:pPr>
              <a:buNone/>
            </a:pPr>
            <a:r>
              <a:rPr sz="4000"/>
              <a:t>2026年8-9月</a:t>
            </a:r>
            <a:endParaRPr sz="4000"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D6F56935-7B3C-41E8-8882-2E0B67C63CF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38453" y="5441294"/>
            <a:ext cx="9144000" cy="61494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Font typeface="Arial"/>
              <a:buNone/>
            </a:pPr>
            <a:r>
              <a:t>养娃乐教育科技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97136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9A5367DF-37C2-4BB4-98BC-15D35FFACB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部门工作职责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6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B08DDFB-A034-4232-87A5-312CEB9040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39020"/>
            <a:ext cx="10515600" cy="4351338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Font typeface="Arial"/>
              <a:buChar char="•"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AI玩偶硬件端侧与协同软件端小程序开发、迭代</a:t>
            </a:r>
            <a:endParaRPr/>
          </a:p>
          <a:p xmlns:a="http://schemas.openxmlformats.org/drawingml/2006/main">
            <a:pPr algn="l">
              <a:buFont typeface="Arial"/>
              <a:buChar char="•"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版本Roadmap规划与产品调研</a:t>
            </a:r>
            <a:endParaRPr/>
          </a:p>
          <a:p xmlns:a="http://schemas.openxmlformats.org/drawingml/2006/main">
            <a:pPr algn="l">
              <a:buFont typeface="Arial"/>
              <a:buChar char="•"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机器人及智能硬件竞品调研</a:t>
            </a:r>
            <a:endParaRPr/>
          </a:p>
          <a:p xmlns:a="http://schemas.openxmlformats.org/drawingml/2006/main">
            <a:pPr algn="l">
              <a:buFont typeface="Arial"/>
              <a:buChar char="•"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端侧体验优化、功能上线、版本发布与跨团队项目推进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469920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0C06BF1C-5F98-4E72-97C0-077431AF07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1. 三季度工作总结 - 核心成果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9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E3CE85F-0D48-4363-9438-A4A9BC4B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贝瓦音频资源接入：上万首曲库资源上线</a:t>
            </a:r>
            <a:endParaRPr sz="2000">
              <a:solidFill>
                <a:srgbClr val="A5A5A5">
                  <a:alpha val="100000"/>
                </a:srgb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AI联网搜索：支持时政新闻、百科、天气等查询</a:t>
            </a:r>
            <a:endParaRPr sz="2000">
              <a:solidFill>
                <a:srgbClr val="A5A5A5">
                  <a:alpha val="100000"/>
                </a:srgb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冷启动提速50%：WiFi开机对话约15秒（由30秒降至15秒）；深睡唤醒联网约9秒（由13秒降至9秒）</a:t>
            </a:r>
            <a:endParaRPr sz="2000">
              <a:solidFill>
                <a:srgbClr val="A5A5A5">
                  <a:alpha val="100000"/>
                </a:srgb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4G开机对话约25秒（由30秒降至25秒）；深睡唤醒联网约15秒（由20秒降至15秒）</a:t>
            </a:r>
            <a:endParaRPr sz="2000">
              <a:solidFill>
                <a:srgbClr val="A5A5A5">
                  <a:alpha val="100000"/>
                </a:srgb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弱网提示与重连机制、程序看门狗兜底上线</a:t>
            </a:r>
            <a:endParaRPr sz="2000">
              <a:solidFill>
                <a:srgbClr val="A5A5A5">
                  <a:alpha val="100000"/>
                </a:srgb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主动对话：开机沉默至浅睡眠前5分钟窗口自动攀谈</a:t>
            </a:r>
            <a:endParaRPr sz="2000">
              <a:solidFill>
                <a:srgbClr val="A5A5A5">
                  <a:alpha val="100000"/>
                </a:srgb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固件4.8.6、4.8.8、4.9.1、4.9.6完成测试、验收、灰度与全量发布</a:t>
            </a:r>
            <a:endParaRPr sz="2000">
              <a:solidFill>
                <a:srgbClr val="A5A5A5">
                  <a:alpha val="100000"/>
                </a:srgbClr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94131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标题 1">
            <a:extLst xmlns:a="http://schemas.openxmlformats.org/drawingml/2006/main">
              <a:ext uri="{FF2B5EF4-FFF2-40B4-BE49-F238E27FC236}">
                <a16:creationId xmlns:a16="http://schemas.microsoft.com/office/drawing/2014/main" id="{7B0B38F3-8E4E-4A2E-9DE1-5EBFAD654C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2. 三季度工作总结 - 技术突破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12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6BF1419-DF7A-4738-8BC9-31D57916559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Font typeface="Arial"/>
              <a:buChar char="•"/>
              <a:defRPr sz="183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对话速度优化专项：聚焦听不清、响应慢两类问题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83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固件端：优化收音阈值，调整唤醒词逻辑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83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服务端：上下文召回由20轮降至5轮，人格提示词优化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83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提示词重构：由4000余字符压缩至600余字符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83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增加意图路由前置判断，优化资源预加载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83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稳定性兜底：弱网重连、程序看门狗、深度睡眠唤醒优化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0824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标题 1">
            <a:extLst xmlns:a="http://schemas.openxmlformats.org/drawingml/2006/main">
              <a:ext uri="{FF2B5EF4-FFF2-40B4-BE49-F238E27FC236}">
                <a16:creationId xmlns:a16="http://schemas.microsoft.com/office/drawing/2014/main" id="{002B977F-DC1C-434B-9746-6B2AAE43A8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3. 四季度工作目标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15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AD80586-214B-454F-9CC4-AD3149BC1FB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Font typeface="Arial"/>
              <a:buChar char="•"/>
              <a:defRPr sz="183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10月重启福瑞达V5机芯内测，完成联调验证与问题闭环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83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推进声纹识别玩偶及小程序功能开发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83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跟进硬件产品矩阵Roadmap落地，覆盖机芯、玩偶版本与其他设备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83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推进NFC故事阅读项目从打样到测试与上线准备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83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持续优化直播项目，沉淀提示词、人设与示例对话方案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83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持续推进固件版本质量、灰度与全量发布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5647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BBE2723B-E192-4622-AF42-ECFCEDD399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4. 四季度工作思路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18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2A609D8-C6CF-483C-B0E4-6696791B73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10月：重启V5内测，围绕核心体验完成联调与问题闭环；推进声纹识别开发排期，同步支持直播项目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11月：推进NFC故事阅读测试，完善硬件产品矩阵与竞品调研结论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12月：沉淀版本Roadmap，完成年度重点功能复盘与下一阶段规划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主要挑战：硬件、固件、服务端与小程序多端协同，线上问题需要快速定位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应对方式：以版本节奏为主线，建立问题清单、每日跟踪、灰度验证与复盘闭环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1199907"/>
      </p:ext>
    </p:extLst>
  </p:cSld>
</p:sld>
</file>

<file path=ppt/theme/theme1.xml><?xml version="1.0" encoding="utf-8"?>
<a:theme xmlns:a="http://schemas.openxmlformats.org/drawingml/2006/main" name="企业微信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Tencen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2026-09-30T03:26:18.8810000Z</dcterms:created>
  <dcterms:modified xsi:type="dcterms:W3CDTF">2026-09-30T03:26:18.8820000Z</dcterms:modified>
</coreProperties>
</file>